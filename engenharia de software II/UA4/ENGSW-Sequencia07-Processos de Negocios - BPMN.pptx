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22"/>
  </p:notesMasterIdLst>
  <p:sldIdLst>
    <p:sldId id="256" r:id="rId6"/>
    <p:sldId id="258" r:id="rId7"/>
    <p:sldId id="365" r:id="rId8"/>
    <p:sldId id="368" r:id="rId9"/>
    <p:sldId id="395" r:id="rId10"/>
    <p:sldId id="396" r:id="rId11"/>
    <p:sldId id="384" r:id="rId12"/>
    <p:sldId id="385" r:id="rId13"/>
    <p:sldId id="387" r:id="rId14"/>
    <p:sldId id="386" r:id="rId15"/>
    <p:sldId id="389" r:id="rId16"/>
    <p:sldId id="390" r:id="rId17"/>
    <p:sldId id="391" r:id="rId18"/>
    <p:sldId id="392" r:id="rId19"/>
    <p:sldId id="393" r:id="rId20"/>
    <p:sldId id="394" r:id="rId21"/>
  </p:sldIdLst>
  <p:sldSz cx="9144000" cy="6858000" type="screen4x3"/>
  <p:notesSz cx="6858000" cy="9144000"/>
  <p:defaultTextStyle>
    <a:defPPr>
      <a:defRPr lang="pt-B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DejaVu Sans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7F520-8594-6F8B-70D3-22ED069A47EC}" v="2" dt="2025-11-17T10:40:08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FELIX DE PAULA" userId="S::laura.paula6@fatec.sp.gov.br::e41bba78-ecd5-4461-9083-4e18552af1ac" providerId="AD" clId="Web-{5AC468A1-9FD1-F14D-14E3-2C7945CA0D20}"/>
    <pc:docChg chg="modSld">
      <pc:chgData name="LAURA FELIX DE PAULA" userId="S::laura.paula6@fatec.sp.gov.br::e41bba78-ecd5-4461-9083-4e18552af1ac" providerId="AD" clId="Web-{5AC468A1-9FD1-F14D-14E3-2C7945CA0D20}" dt="2025-10-20T12:42:40.686" v="0" actId="1076"/>
      <pc:docMkLst>
        <pc:docMk/>
      </pc:docMkLst>
      <pc:sldChg chg="modSp">
        <pc:chgData name="LAURA FELIX DE PAULA" userId="S::laura.paula6@fatec.sp.gov.br::e41bba78-ecd5-4461-9083-4e18552af1ac" providerId="AD" clId="Web-{5AC468A1-9FD1-F14D-14E3-2C7945CA0D20}" dt="2025-10-20T12:42:40.686" v="0" actId="1076"/>
        <pc:sldMkLst>
          <pc:docMk/>
          <pc:sldMk cId="0" sldId="256"/>
        </pc:sldMkLst>
        <pc:picChg chg="mod">
          <ac:chgData name="LAURA FELIX DE PAULA" userId="S::laura.paula6@fatec.sp.gov.br::e41bba78-ecd5-4461-9083-4e18552af1ac" providerId="AD" clId="Web-{5AC468A1-9FD1-F14D-14E3-2C7945CA0D20}" dt="2025-10-20T12:42:40.686" v="0" actId="1076"/>
          <ac:picMkLst>
            <pc:docMk/>
            <pc:sldMk cId="0" sldId="256"/>
            <ac:picMk id="29702" creationId="{00000000-0000-0000-0000-000000000000}"/>
          </ac:picMkLst>
        </pc:picChg>
      </pc:sldChg>
    </pc:docChg>
  </pc:docChgLst>
  <pc:docChgLst>
    <pc:chgData name="ENRICO DE CHIARA GERMANO" userId="S::enrico.germano@fatec.sp.gov.br::50ec302e-4ba1-4210-ba5c-494f7068a5d3" providerId="AD" clId="Web-{1997F520-8594-6F8B-70D3-22ED069A47EC}"/>
    <pc:docChg chg="modSld">
      <pc:chgData name="ENRICO DE CHIARA GERMANO" userId="S::enrico.germano@fatec.sp.gov.br::50ec302e-4ba1-4210-ba5c-494f7068a5d3" providerId="AD" clId="Web-{1997F520-8594-6F8B-70D3-22ED069A47EC}" dt="2025-11-17T10:40:08.152" v="1" actId="1076"/>
      <pc:docMkLst>
        <pc:docMk/>
      </pc:docMkLst>
      <pc:sldChg chg="modSp">
        <pc:chgData name="ENRICO DE CHIARA GERMANO" userId="S::enrico.germano@fatec.sp.gov.br::50ec302e-4ba1-4210-ba5c-494f7068a5d3" providerId="AD" clId="Web-{1997F520-8594-6F8B-70D3-22ED069A47EC}" dt="2025-11-17T10:40:08.152" v="1" actId="1076"/>
        <pc:sldMkLst>
          <pc:docMk/>
          <pc:sldMk cId="0" sldId="395"/>
        </pc:sldMkLst>
        <pc:picChg chg="mod">
          <ac:chgData name="ENRICO DE CHIARA GERMANO" userId="S::enrico.germano@fatec.sp.gov.br::50ec302e-4ba1-4210-ba5c-494f7068a5d3" providerId="AD" clId="Web-{1997F520-8594-6F8B-70D3-22ED069A47EC}" dt="2025-11-17T10:40:08.152" v="1" actId="1076"/>
          <ac:picMkLst>
            <pc:docMk/>
            <pc:sldMk cId="0" sldId="395"/>
            <ac:picMk id="3584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7B5AE4-5EF6-4AEC-932A-0AA5392FA3E0}" type="datetimeFigureOut"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DejaVu Sans"/>
                <a:cs typeface="DejaVu Sans"/>
              </a:rPr>
              <a:t>17/11/2025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para editar os estilos de texto Mestres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Segundo nível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Terceiro nível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Quarto nível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pt-BR" sz="1200" dirty="0"/>
              <a:t>‹nº›</a:t>
            </a:fld>
            <a:endParaRPr lang="pt-BR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2772" name="Espaço Reservado para Número de Slid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pt-BR" altLang="pt-BR" sz="1200" dirty="0"/>
              <a:t>3</a:t>
            </a:fld>
            <a:endParaRPr lang="pt-BR" altLang="pt-B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348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4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3686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5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3891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6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4096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7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4301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8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4506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9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4710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10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4915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11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5120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12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5325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13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5530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14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5734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15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593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pt-BR" dirty="0">
                <a:latin typeface="Times New Roman" panose="02020603050405020304" pitchFamily="18" charset="0"/>
                <a:ea typeface="DejaVu Sans"/>
              </a:rPr>
              <a:t>16</a:t>
            </a:fld>
            <a:endParaRPr lang="en-US" altLang="pt-BR">
              <a:latin typeface="Times New Roman" panose="02020603050405020304" pitchFamily="18" charset="0"/>
              <a:ea typeface="DejaVu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292880" cy="585108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292880" cy="58510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56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852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3600"/>
            <a:ext cx="82292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67352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57200" y="39636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292880" cy="11430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5440" cy="215820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111AD4-395C-40E8-A621-45299A4F91F1}" type="datetimeFigureOut"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17/11/2025</a:t>
            </a:fld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/>
          <a:p>
            <a:pPr eaLnBrk="1" hangingPunct="1">
              <a:buNone/>
            </a:pPr>
            <a:fld id="{9A0DB2DC-4C9A-4742-B13C-FB6460FD3503}" type="slidenum">
              <a:rPr lang="pt-BR" dirty="0">
                <a:latin typeface="Calibri" panose="020F0502020204030204" charset="0"/>
              </a:rPr>
              <a:t>‹nº›</a:t>
            </a:fld>
            <a:endParaRPr lang="pt-BR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0175" y="287338"/>
            <a:ext cx="923925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Line 1"/>
          <p:cNvSpPr/>
          <p:nvPr/>
        </p:nvSpPr>
        <p:spPr>
          <a:xfrm>
            <a:off x="457200" y="1419225"/>
            <a:ext cx="7305675" cy="1588"/>
          </a:xfrm>
          <a:prstGeom prst="line">
            <a:avLst/>
          </a:prstGeom>
          <a:ln w="25560" cap="flat" cmpd="sng">
            <a:solidFill>
              <a:srgbClr val="404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" name="PlaceHolder 2"/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pt-BR"/>
              <a:t>Clique para editar o formato do texto do títuloClick to edit Master title style</a:t>
            </a:r>
            <a:endParaRPr lang="pt-BR" altLang="pt-BR"/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457200" y="1604963"/>
            <a:ext cx="8229600" cy="4525963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US"/>
              <a:t>Clique para editar o formato do texto da estrutura de tópicos</a:t>
            </a:r>
          </a:p>
          <a:p>
            <a:pPr lvl="1"/>
            <a:r>
              <a:rPr lang="en-US"/>
              <a:t>2.º Nível da estrutura de tópicos</a:t>
            </a:r>
          </a:p>
          <a:p>
            <a:pPr lvl="2"/>
            <a:r>
              <a:rPr lang="en-US"/>
              <a:t>3.º Nível da estrutura de tópicos</a:t>
            </a:r>
          </a:p>
          <a:p>
            <a:pPr lvl="3"/>
            <a:r>
              <a:rPr lang="en-US"/>
              <a:t>4.º Nível da estrutura de tópicos</a:t>
            </a:r>
          </a:p>
          <a:p>
            <a:pPr lvl="4"/>
            <a:r>
              <a:rPr lang="en-US"/>
              <a:t>5.º Nível da estrutura de tópicos</a:t>
            </a:r>
          </a:p>
          <a:p>
            <a:pPr lvl="5"/>
            <a:r>
              <a:rPr lang="en-US"/>
              <a:t>6.º Nível da estrutura de tópicos</a:t>
            </a:r>
          </a:p>
          <a:p>
            <a:pPr lvl="6"/>
            <a:r>
              <a:rPr lang="en-US"/>
              <a:t>7.º Nível da estrutura de tópicos</a:t>
            </a:r>
          </a:p>
          <a:p>
            <a:pPr lvl="7"/>
            <a:r>
              <a:rPr lang="en-US"/>
              <a:t>8.º Nível da estrutura de tópicos</a:t>
            </a:r>
          </a:p>
          <a:p>
            <a:pPr lvl="8"/>
            <a:r>
              <a:rPr lang="en-US"/>
              <a:t>9.º Nível da estrutura de tópicos</a:t>
            </a:r>
          </a:p>
        </p:txBody>
      </p:sp>
      <p:pic>
        <p:nvPicPr>
          <p:cNvPr id="1033" name="Picture 2" descr="C:\Users\unassan\Desktop\ANDRESSA\SOMMERVILLE\CW\Template_MESTRE.jp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6987"/>
            <a:ext cx="9180512" cy="688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8"/>
          <p:cNvSpPr>
            <a:spLocks noGrp="1" noChangeArrowheads="1"/>
          </p:cNvSpPr>
          <p:nvPr/>
        </p:nvSpPr>
        <p:spPr bwMode="auto">
          <a:xfrm>
            <a:off x="250825" y="6453188"/>
            <a:ext cx="3214688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lvl="0" eaLnBrk="1" hangingPunct="1">
              <a:buNone/>
            </a:pPr>
            <a:r>
              <a:rPr lang="pt-BR" altLang="pt-BR" sz="1200">
                <a:latin typeface="Arial" panose="020B0604020202020204" pitchFamily="34" charset="0"/>
              </a:rPr>
              <a:t>slide </a:t>
            </a:r>
            <a:fld id="{9A0DB2DC-4C9A-4742-B13C-FB6460FD3503}" type="slidenum">
              <a:rPr lang="pt-BR" altLang="pt-BR" sz="1200" dirty="0">
                <a:latin typeface="Arial" panose="020B0604020202020204" pitchFamily="34" charset="0"/>
              </a:rPr>
              <a:t>‹nº›</a:t>
            </a:fld>
            <a:endParaRPr lang="pt-BR" altLang="pt-BR" sz="1200">
              <a:latin typeface="Arial" panose="020B0604020202020204" pitchFamily="34" charset="0"/>
            </a:endParaRPr>
          </a:p>
          <a:p>
            <a:pPr lvl="0" eaLnBrk="1" hangingPunct="1">
              <a:buNone/>
            </a:pPr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0175" y="287338"/>
            <a:ext cx="923925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Line 1"/>
          <p:cNvSpPr/>
          <p:nvPr/>
        </p:nvSpPr>
        <p:spPr>
          <a:xfrm>
            <a:off x="457200" y="1419225"/>
            <a:ext cx="7305675" cy="1588"/>
          </a:xfrm>
          <a:prstGeom prst="line">
            <a:avLst/>
          </a:prstGeom>
          <a:ln w="25560" cap="flat" cmpd="sng">
            <a:solidFill>
              <a:srgbClr val="40404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2" name="PlaceHolder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7292975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pt-BR"/>
              <a:t>Clique para editar o formato do texto do títuloClick to edit Master title style</a:t>
            </a:r>
            <a:endParaRPr lang="pt-BR" altLang="pt-BR"/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en-US"/>
              <a:t>Clique </a:t>
            </a:r>
            <a:r>
              <a:rPr lang="en-US" err="1"/>
              <a:t>para</a:t>
            </a:r>
            <a:r>
              <a:rPr lang="en-US"/>
              <a:t> </a:t>
            </a:r>
            <a:r>
              <a:rPr lang="en-US" err="1"/>
              <a:t>editar</a:t>
            </a:r>
            <a:r>
              <a:rPr lang="en-US"/>
              <a:t> o </a:t>
            </a:r>
            <a:r>
              <a:rPr lang="en-US" err="1"/>
              <a:t>formato</a:t>
            </a:r>
            <a:r>
              <a:rPr lang="en-US"/>
              <a:t> do </a:t>
            </a:r>
            <a:r>
              <a:rPr lang="en-US" err="1"/>
              <a:t>texto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pPr lvl="1"/>
            <a:r>
              <a:rPr lang="en-US"/>
              <a:t>2.º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pPr lvl="2"/>
            <a:r>
              <a:rPr lang="en-US"/>
              <a:t>3.º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pPr lvl="3"/>
            <a:r>
              <a:rPr lang="en-US"/>
              <a:t>4.º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pPr lvl="4"/>
            <a:r>
              <a:rPr lang="en-US"/>
              <a:t>5.º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pPr lvl="5"/>
            <a:r>
              <a:rPr lang="en-US"/>
              <a:t>6.º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pPr lvl="6"/>
            <a:r>
              <a:rPr lang="en-US"/>
              <a:t>7.º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pPr lvl="7"/>
            <a:r>
              <a:rPr lang="en-US"/>
              <a:t>8.º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</a:t>
            </a:r>
            <a:endParaRPr/>
          </a:p>
          <a:p>
            <a:r>
              <a:rPr lang="en-US"/>
              <a:t>9.º </a:t>
            </a:r>
            <a:r>
              <a:rPr lang="en-US" err="1"/>
              <a:t>Nível</a:t>
            </a:r>
            <a:r>
              <a:rPr lang="en-US"/>
              <a:t> da </a:t>
            </a:r>
            <a:r>
              <a:rPr lang="en-US" err="1"/>
              <a:t>estrutura</a:t>
            </a:r>
            <a:r>
              <a:rPr lang="en-US"/>
              <a:t> de </a:t>
            </a:r>
            <a:r>
              <a:rPr lang="en-US" err="1"/>
              <a:t>tópicosClick</a:t>
            </a:r>
            <a:r>
              <a:rPr lang="en-US"/>
              <a:t>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r>
              <a:rPr lang="en-US"/>
              <a:t>Third level</a:t>
            </a:r>
            <a:endParaRPr/>
          </a:p>
          <a:p>
            <a:r>
              <a:rPr lang="en-US"/>
              <a:t>Fourth level</a:t>
            </a:r>
            <a:endParaRPr/>
          </a:p>
          <a:p>
            <a:r>
              <a:rPr lang="en-US"/>
              <a:t>Fifth level</a:t>
            </a:r>
            <a:endParaRPr/>
          </a:p>
        </p:txBody>
      </p:sp>
      <p:sp>
        <p:nvSpPr>
          <p:cNvPr id="43" name="PlaceHolder 4"/>
          <p:cNvSpPr>
            <a:spLocks noGrp="1"/>
          </p:cNvSpPr>
          <p:nvPr>
            <p:ph type="dt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05/07/11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lIns="90000" tIns="45000" rIns="90000" bIns="4500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2 Software Processes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90000" tIns="45000" rIns="90000" bIns="45000" numCol="1" anchor="t" anchorCtr="0" compatLnSpc="1"/>
          <a:lstStyle>
            <a:lvl1pPr>
              <a:defRPr>
                <a:solidFill>
                  <a:srgbClr val="000000"/>
                </a:solidFill>
                <a:latin typeface="Calibri" panose="020F050202020403020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pt-BR" altLang="pt-BR" dirty="0"/>
              <a:t>‹nº›</a:t>
            </a:fld>
            <a:endParaRPr lang="pt-BR" altLang="pt-BR">
              <a:latin typeface="Arial" panose="020B0604020202020204" pitchFamily="34" charset="0"/>
            </a:endParaRPr>
          </a:p>
        </p:txBody>
      </p:sp>
      <p:pic>
        <p:nvPicPr>
          <p:cNvPr id="2057" name="Picture 2" descr="C:\Users\unassan\Desktop\ANDRESSA\SOMMERVILLE\CW\Template_MESTRE.jp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-36512" y="-26987"/>
            <a:ext cx="9180512" cy="6884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8"/>
          <p:cNvSpPr>
            <a:spLocks noGrp="1" noChangeArrowheads="1"/>
          </p:cNvSpPr>
          <p:nvPr/>
        </p:nvSpPr>
        <p:spPr bwMode="auto">
          <a:xfrm>
            <a:off x="250825" y="6453188"/>
            <a:ext cx="3214688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lvl="0" eaLnBrk="1" hangingPunct="1">
              <a:buNone/>
            </a:pPr>
            <a:r>
              <a:rPr lang="pt-BR" altLang="pt-BR" sz="1200">
                <a:latin typeface="Arial" panose="020B0604020202020204" pitchFamily="34" charset="0"/>
              </a:rPr>
              <a:t>slide </a:t>
            </a:r>
            <a:fld id="{9A0DB2DC-4C9A-4742-B13C-FB6460FD3503}" type="slidenum">
              <a:rPr lang="pt-BR" altLang="pt-BR" sz="1200" dirty="0">
                <a:latin typeface="Arial" panose="020B0604020202020204" pitchFamily="34" charset="0"/>
              </a:rPr>
              <a:t>‹nº›</a:t>
            </a:fld>
            <a:endParaRPr lang="pt-BR" altLang="pt-BR" sz="1200">
              <a:latin typeface="Arial" panose="020B0604020202020204" pitchFamily="34" charset="0"/>
            </a:endParaRPr>
          </a:p>
          <a:p>
            <a:pPr lvl="0" eaLnBrk="1" hangingPunct="1">
              <a:buNone/>
            </a:pPr>
            <a:endParaRPr lang="pt-BR" altLang="pt-BR" sz="120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zagi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draw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Shape 1"/>
          <p:cNvSpPr txBox="1"/>
          <p:nvPr/>
        </p:nvSpPr>
        <p:spPr>
          <a:xfrm>
            <a:off x="250825" y="241617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b="1">
                <a:latin typeface="Calibri" panose="020F0502020204030204" charset="0"/>
                <a:ea typeface="MS PGothic" panose="020B0600070205080204" pitchFamily="34" charset="-128"/>
              </a:rPr>
              <a:t>BPMN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pt-BR" sz="2400" b="1">
              <a:latin typeface="Calibri" panose="020F0502020204030204" charset="0"/>
              <a:ea typeface="MS PGothic" panose="020B0600070205080204" pitchFamily="34" charset="-128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pt-BR" sz="2400" b="1">
                <a:solidFill>
                  <a:srgbClr val="FF0000"/>
                </a:solidFill>
                <a:latin typeface="Calibri" panose="020F0502020204030204" charset="0"/>
                <a:ea typeface="MS PGothic" panose="020B0600070205080204" pitchFamily="34" charset="-128"/>
              </a:rPr>
              <a:t>Business Process Model and Notation</a:t>
            </a:r>
          </a:p>
        </p:txBody>
      </p:sp>
      <p:sp>
        <p:nvSpPr>
          <p:cNvPr id="29701" name="Rectangle 8"/>
          <p:cNvSpPr>
            <a:spLocks noGrp="1"/>
          </p:cNvSpPr>
          <p:nvPr/>
        </p:nvSpPr>
        <p:spPr>
          <a:xfrm>
            <a:off x="250825" y="6454775"/>
            <a:ext cx="3214688" cy="2143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1200">
                <a:ea typeface="DejaVu Sans"/>
              </a:rPr>
              <a:t>slide </a:t>
            </a:r>
            <a:fld id="{9A0DB2DC-4C9A-4742-B13C-FB6460FD3503}" type="slidenum">
              <a:rPr lang="pt-BR" altLang="pt-BR" sz="1200" dirty="0">
                <a:ea typeface="DejaVu Sans"/>
              </a:rPr>
              <a:t>1</a:t>
            </a:fld>
            <a:endParaRPr lang="pt-BR" altLang="pt-BR" sz="1200">
              <a:ea typeface="DejaVu Sans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pt-BR" altLang="pt-BR" sz="1200">
              <a:ea typeface="DejaVu Sans"/>
            </a:endParaRPr>
          </a:p>
        </p:txBody>
      </p:sp>
      <p:pic>
        <p:nvPicPr>
          <p:cNvPr id="29702" name="Imagem 4" descr="Resultado de imagem para engenharia de softw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935" y="1560912"/>
            <a:ext cx="2335213" cy="2303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3" name="Picture 12" descr="Imagem relaciona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25" y="1557338"/>
            <a:ext cx="2400300" cy="10937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4" name="Picture 6" descr="Resultado de imagem para bpm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50" y="4408488"/>
            <a:ext cx="3071813" cy="1470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Shape 1"/>
          <p:cNvSpPr txBox="1"/>
          <p:nvPr/>
        </p:nvSpPr>
        <p:spPr>
          <a:xfrm>
            <a:off x="107950" y="255588"/>
            <a:ext cx="7292975" cy="8699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pt-BR" sz="2400" b="1">
                <a:latin typeface="Calibri" panose="020F0502020204030204" charset="0"/>
                <a:ea typeface="MS PGothic" panose="020B0600070205080204" pitchFamily="34" charset="-128"/>
              </a:rPr>
              <a:t>Modelagem de Processos de Negócios</a:t>
            </a:r>
            <a:endParaRPr lang="pt-BR" altLang="pt-BR" sz="1800">
              <a:latin typeface="Calibri" panose="020F0502020204030204" charset="0"/>
              <a:ea typeface="MS PGothic" panose="020B0600070205080204" pitchFamily="34" charset="-128"/>
            </a:endParaRPr>
          </a:p>
        </p:txBody>
      </p:sp>
      <p:pic>
        <p:nvPicPr>
          <p:cNvPr id="30725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" y="1196975"/>
            <a:ext cx="6283325" cy="368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763" y="3475038"/>
            <a:ext cx="1862137" cy="162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7" name="Text Box 4"/>
          <p:cNvSpPr txBox="1"/>
          <p:nvPr/>
        </p:nvSpPr>
        <p:spPr>
          <a:xfrm>
            <a:off x="1484313" y="5529263"/>
            <a:ext cx="6759575" cy="708025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pt-BR" altLang="pt-BR" sz="2000" b="1">
                <a:solidFill>
                  <a:srgbClr val="FF0000"/>
                </a:solidFill>
                <a:ea typeface="DejaVu Sans"/>
              </a:rPr>
              <a:t>Com BPMN vamos detalhar o “fluxo” dos Processos de Negócio!!</a:t>
            </a:r>
            <a:endParaRPr lang="en-US" altLang="pt-BR" sz="2000" b="1">
              <a:solidFill>
                <a:srgbClr val="FF0000"/>
              </a:solidFill>
              <a:ea typeface="DejaVu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1"/>
          <p:cNvSpPr txBox="1"/>
          <p:nvPr/>
        </p:nvSpPr>
        <p:spPr>
          <a:xfrm>
            <a:off x="469900" y="1066800"/>
            <a:ext cx="7427913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Modelagem de processos de negócios</a:t>
            </a:r>
          </a:p>
        </p:txBody>
      </p:sp>
      <p:sp>
        <p:nvSpPr>
          <p:cNvPr id="31747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Notações ou Padrões para Modelagem</a:t>
            </a:r>
          </a:p>
        </p:txBody>
      </p:sp>
      <p:sp>
        <p:nvSpPr>
          <p:cNvPr id="31748" name="Rectangle 4"/>
          <p:cNvSpPr/>
          <p:nvPr/>
        </p:nvSpPr>
        <p:spPr>
          <a:xfrm>
            <a:off x="574675" y="1989138"/>
            <a:ext cx="8461375" cy="30384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pt-BR" sz="2000" b="1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BPMN / Ferramenta </a:t>
            </a:r>
            <a:r>
              <a:rPr lang="pt-BR" altLang="pt-BR" sz="2000" b="1">
                <a:solidFill>
                  <a:srgbClr val="FF0000"/>
                </a:solidFill>
                <a:latin typeface="Helvetica" pitchFamily="34" charset="0"/>
                <a:cs typeface="Helvetica" pitchFamily="34" charset="0"/>
              </a:rPr>
              <a:t>Bizagi</a:t>
            </a:r>
            <a:endParaRPr lang="pt-BR" altLang="pt-BR" sz="2000">
              <a:solidFill>
                <a:srgbClr val="FF0000"/>
              </a:solidFill>
              <a:latin typeface="Helvetica" pitchFamily="34" charset="0"/>
              <a:cs typeface="Helvetica" pitchFamily="34" charset="0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900">
              <a:latin typeface="Helvetica" pitchFamily="34" charset="0"/>
              <a:ea typeface="DejaVu Sans"/>
            </a:endParaRPr>
          </a:p>
        </p:txBody>
      </p:sp>
      <p:sp>
        <p:nvSpPr>
          <p:cNvPr id="31749" name="CaixaDeTexto 1"/>
          <p:cNvSpPr txBox="1"/>
          <p:nvPr/>
        </p:nvSpPr>
        <p:spPr>
          <a:xfrm>
            <a:off x="2930525" y="6075363"/>
            <a:ext cx="3671888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>
                <a:solidFill>
                  <a:srgbClr val="FF0000"/>
                </a:solidFill>
                <a:ea typeface="DejaVu Sans"/>
              </a:rPr>
              <a:t>Exemplo: Venda de Livros Online</a:t>
            </a:r>
          </a:p>
        </p:txBody>
      </p:sp>
      <p:pic>
        <p:nvPicPr>
          <p:cNvPr id="3175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565400"/>
            <a:ext cx="6715125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33795" name="Rectangle 4"/>
          <p:cNvSpPr/>
          <p:nvPr/>
        </p:nvSpPr>
        <p:spPr>
          <a:xfrm>
            <a:off x="69850" y="1879600"/>
            <a:ext cx="8997950" cy="49339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160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>
                <a:latin typeface="Helvetica" pitchFamily="34" charset="0"/>
                <a:ea typeface="DejaVu Sans"/>
              </a:rPr>
              <a:t>Na notação BPMN, os Processos de Negócio são apresentados de forma detalhada, passo a passo, podendo </a:t>
            </a:r>
            <a:r>
              <a:rPr lang="pt-BR" altLang="pt-BR" sz="2000" u="sng">
                <a:solidFill>
                  <a:srgbClr val="FF0000"/>
                </a:solidFill>
                <a:latin typeface="Helvetica" pitchFamily="34" charset="0"/>
                <a:ea typeface="DejaVu Sans"/>
              </a:rPr>
              <a:t>assim ser explicitadas as Regras de Negócio</a:t>
            </a:r>
            <a:r>
              <a:rPr lang="pt-BR" altLang="pt-BR" sz="2000">
                <a:latin typeface="Helvetica" pitchFamily="34" charset="0"/>
                <a:ea typeface="DejaVu Sans"/>
              </a:rPr>
              <a:t>.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2000"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>
                <a:latin typeface="Helvetica" pitchFamily="34" charset="0"/>
                <a:ea typeface="DejaVu Sans"/>
              </a:rPr>
              <a:t>Utiliza-se do conceito de </a:t>
            </a:r>
            <a:r>
              <a:rPr lang="pt-BR" altLang="pt-BR" sz="2000">
                <a:solidFill>
                  <a:srgbClr val="FF0000"/>
                </a:solidFill>
                <a:latin typeface="Helvetica" pitchFamily="34" charset="0"/>
                <a:ea typeface="DejaVu Sans"/>
              </a:rPr>
              <a:t>Pools</a:t>
            </a:r>
            <a:r>
              <a:rPr lang="pt-BR" altLang="pt-BR" sz="2000">
                <a:latin typeface="Helvetica" pitchFamily="34" charset="0"/>
                <a:ea typeface="DejaVu Sans"/>
              </a:rPr>
              <a:t> (“piscinas”) para organizar os  </a:t>
            </a:r>
            <a:r>
              <a:rPr lang="pt-BR" altLang="pt-BR" sz="2000">
                <a:solidFill>
                  <a:srgbClr val="FF0000"/>
                </a:solidFill>
                <a:latin typeface="Helvetica" pitchFamily="34" charset="0"/>
                <a:ea typeface="DejaVu Sans"/>
              </a:rPr>
              <a:t>Processos de Negócio</a:t>
            </a:r>
            <a:r>
              <a:rPr lang="pt-BR" altLang="pt-BR" sz="2000">
                <a:latin typeface="Helvetica" pitchFamily="34" charset="0"/>
                <a:ea typeface="DejaVu Sans"/>
              </a:rPr>
              <a:t> de forma separada. Dentro de cada Pool, divide-se o Processo de Negócio entre os Participantes (</a:t>
            </a:r>
            <a:r>
              <a:rPr lang="pt-BR" altLang="pt-BR" sz="2000">
                <a:solidFill>
                  <a:srgbClr val="FF0000"/>
                </a:solidFill>
                <a:latin typeface="Helvetica" pitchFamily="34" charset="0"/>
                <a:ea typeface="DejaVu Sans"/>
              </a:rPr>
              <a:t>Atores</a:t>
            </a:r>
            <a:r>
              <a:rPr lang="pt-BR" altLang="pt-BR" sz="2000">
                <a:latin typeface="Helvetica" pitchFamily="34" charset="0"/>
                <a:ea typeface="DejaVu Sans"/>
              </a:rPr>
              <a:t>) por meio de </a:t>
            </a:r>
            <a:r>
              <a:rPr lang="pt-BR" altLang="pt-BR" sz="2000">
                <a:solidFill>
                  <a:srgbClr val="FF0000"/>
                </a:solidFill>
                <a:latin typeface="Helvetica" pitchFamily="34" charset="0"/>
                <a:ea typeface="DejaVu Sans"/>
              </a:rPr>
              <a:t>Lanes </a:t>
            </a:r>
            <a:r>
              <a:rPr lang="pt-BR" altLang="pt-BR" sz="2000">
                <a:latin typeface="Helvetica" pitchFamily="34" charset="0"/>
                <a:ea typeface="DejaVu Sans"/>
              </a:rPr>
              <a:t>(“raias”).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pt-BR" altLang="pt-BR" sz="1400" b="1">
              <a:solidFill>
                <a:srgbClr val="FF0000"/>
              </a:solidFill>
              <a:latin typeface="Helvetica" pitchFamily="34" charset="0"/>
              <a:ea typeface="DejaVu Sans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2000" b="1">
                <a:solidFill>
                  <a:srgbClr val="FF0000"/>
                </a:solidFill>
                <a:latin typeface="Helvetica" pitchFamily="34" charset="0"/>
                <a:ea typeface="DejaVu Sans"/>
              </a:rPr>
              <a:t>Vejamos os elementos mais comuns..</a:t>
            </a:r>
          </a:p>
        </p:txBody>
      </p:sp>
      <p:sp>
        <p:nvSpPr>
          <p:cNvPr id="33796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33797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O Diagrama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35843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35844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</a:t>
            </a:r>
          </a:p>
        </p:txBody>
      </p:sp>
      <p:pic>
        <p:nvPicPr>
          <p:cNvPr id="35845" name="Picture 2" descr="Elementos básicos da notação BPMN para modelagem de processos. Fonte: adaptado de Mendoza et al. (2012).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2406650"/>
            <a:ext cx="8562975" cy="33988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37891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37892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 – Objetos de Conexão e outros Artefatos</a:t>
            </a:r>
          </a:p>
        </p:txBody>
      </p:sp>
      <p:pic>
        <p:nvPicPr>
          <p:cNvPr id="37893" name="Imagem 2" descr="Diagrama&#10;&#10;Descrição gerada automaticamen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3" y="4724400"/>
            <a:ext cx="5113337" cy="1947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Imagem 4" descr="Uma imagem contendo Tabela&#10;&#10;Descrição gerada automaticamen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88" y="2212975"/>
            <a:ext cx="7667625" cy="231457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9" name="Conector de Seta Reta 8"/>
          <p:cNvCxnSpPr/>
          <p:nvPr/>
        </p:nvCxnSpPr>
        <p:spPr>
          <a:xfrm flipH="1" flipV="1">
            <a:off x="6372225" y="5157788"/>
            <a:ext cx="1019175" cy="4699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896" name="CaixaDeTexto 15"/>
          <p:cNvSpPr txBox="1"/>
          <p:nvPr/>
        </p:nvSpPr>
        <p:spPr>
          <a:xfrm>
            <a:off x="7235825" y="5661025"/>
            <a:ext cx="187801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pt-BR" altLang="pt-BR" sz="1800">
                <a:solidFill>
                  <a:srgbClr val="FF0000"/>
                </a:solidFill>
                <a:ea typeface="DejaVu Sans"/>
              </a:rPr>
              <a:t>Objeto de dados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69850" y="2411413"/>
            <a:ext cx="8966200" cy="2862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O Processo de Negócio para exemplo é o de “Expedição” de um Hardware </a:t>
            </a:r>
            <a:r>
              <a:rPr kumimoji="0" lang="pt-BR" altLang="pt-BR" sz="1800" b="0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Retailer</a:t>
            </a: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(Distribuidor Varejista de Hardware).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altLang="pt-BR" sz="18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No exemplo, em uma Pool (Piscina) existem três </a:t>
            </a:r>
            <a:r>
              <a:rPr kumimoji="0" lang="pt-BR" altLang="pt-BR" sz="1800" b="0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Lanes</a:t>
            </a: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(raias), uma para cada Ator: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altLang="pt-BR" sz="18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Warehouse</a:t>
            </a: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</a:t>
            </a:r>
            <a:r>
              <a:rPr kumimoji="0" lang="pt-BR" altLang="pt-BR" sz="1800" b="0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Worker</a:t>
            </a: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(Estoquista)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pt-BR" altLang="pt-BR" sz="18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Clerk</a:t>
            </a: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(Assistente Administrativo)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pt-BR" altLang="pt-BR" sz="1800" b="0" i="0" u="none" strike="noStrike" kern="1200" cap="none" spc="0" normalizeH="0" baseline="0" noProof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 charset="0"/>
              <a:ea typeface="DejaVu Sans"/>
              <a:cs typeface="DejaVu San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pt-BR" altLang="pt-BR" sz="1800" b="0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Logistics</a:t>
            </a:r>
            <a:r>
              <a:rPr kumimoji="0" lang="pt-BR" altLang="pt-BR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 charset="0"/>
                <a:ea typeface="DejaVu Sans"/>
                <a:cs typeface="DejaVu Sans"/>
              </a:rPr>
              <a:t> Manager (Gerente de Logística)</a:t>
            </a:r>
          </a:p>
        </p:txBody>
      </p:sp>
      <p:sp>
        <p:nvSpPr>
          <p:cNvPr id="39940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39941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Exemplo de Aplicação – Distribuidor de Hardware (1)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41987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41988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Exemplo de Aplicação – Distribuidor de Hardware (2)</a:t>
            </a:r>
          </a:p>
        </p:txBody>
      </p:sp>
      <p:pic>
        <p:nvPicPr>
          <p:cNvPr id="41989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5" y="1989138"/>
            <a:ext cx="8401050" cy="4257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44035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44036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 – explicações (1)</a:t>
            </a:r>
          </a:p>
        </p:txBody>
      </p:sp>
      <p:pic>
        <p:nvPicPr>
          <p:cNvPr id="44037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055813"/>
            <a:ext cx="7561263" cy="426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46083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pic>
        <p:nvPicPr>
          <p:cNvPr id="46084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05038"/>
            <a:ext cx="8743950" cy="3841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5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 – explicações (2)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48131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pic>
        <p:nvPicPr>
          <p:cNvPr id="4813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5" y="2257425"/>
            <a:ext cx="8686800" cy="361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3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 – explicações (3)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50179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pic>
        <p:nvPicPr>
          <p:cNvPr id="50180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63" y="2276475"/>
            <a:ext cx="7200900" cy="4170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1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 – explicações (4)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52227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pic>
        <p:nvPicPr>
          <p:cNvPr id="52228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212975"/>
            <a:ext cx="7491413" cy="4365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9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 – explicações (5)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54275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pic>
        <p:nvPicPr>
          <p:cNvPr id="54276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0" y="2132013"/>
            <a:ext cx="7381875" cy="446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7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Elementos mais comuns – explicações (6)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56323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56324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Ferramentas Indicadas (1)</a:t>
            </a:r>
          </a:p>
        </p:txBody>
      </p:sp>
      <p:sp>
        <p:nvSpPr>
          <p:cNvPr id="56325" name="CaixaDeTexto 6"/>
          <p:cNvSpPr txBox="1"/>
          <p:nvPr/>
        </p:nvSpPr>
        <p:spPr>
          <a:xfrm>
            <a:off x="5094288" y="1196975"/>
            <a:ext cx="3870325" cy="72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800" b="1">
                <a:solidFill>
                  <a:srgbClr val="FF0000"/>
                </a:solidFill>
                <a:latin typeface="Helvetica" pitchFamily="34" charset="0"/>
                <a:ea typeface="DejaVu Sans"/>
              </a:rPr>
              <a:t>Bizagi Process Modeler (gratuito)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800" b="1">
                <a:solidFill>
                  <a:srgbClr val="FF0000"/>
                </a:solidFill>
                <a:latin typeface="Helvetica" pitchFamily="34" charset="0"/>
                <a:ea typeface="DejaVu Sans"/>
                <a:hlinkClick r:id="rId3"/>
              </a:rPr>
              <a:t>www.bizagi.com/pt</a:t>
            </a:r>
            <a:endParaRPr lang="pt-BR" altLang="pt-BR" sz="1800" b="1">
              <a:solidFill>
                <a:srgbClr val="FF0000"/>
              </a:solidFill>
              <a:latin typeface="Helvetica" pitchFamily="34" charset="0"/>
              <a:ea typeface="DejaVu Sans"/>
            </a:endParaRPr>
          </a:p>
        </p:txBody>
      </p:sp>
      <p:pic>
        <p:nvPicPr>
          <p:cNvPr id="56326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060575"/>
            <a:ext cx="7016750" cy="4265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9" name="Rectangle 1039"/>
          <p:cNvSpPr>
            <a:spLocks noChangeArrowheads="1"/>
          </p:cNvSpPr>
          <p:nvPr/>
        </p:nvSpPr>
        <p:spPr bwMode="auto">
          <a:xfrm>
            <a:off x="1371600" y="200025"/>
            <a:ext cx="7772400" cy="5238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8" tIns="44450" rIns="90488" bIns="4445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DejaVu Sans"/>
              <a:cs typeface="DejaVu Sans"/>
            </a:endParaRPr>
          </a:p>
        </p:txBody>
      </p:sp>
      <p:sp>
        <p:nvSpPr>
          <p:cNvPr id="58371" name="CaixaDeTexto 1"/>
          <p:cNvSpPr txBox="1"/>
          <p:nvPr/>
        </p:nvSpPr>
        <p:spPr>
          <a:xfrm>
            <a:off x="469900" y="1066800"/>
            <a:ext cx="1397000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3600" b="1">
                <a:solidFill>
                  <a:schemeClr val="accent2"/>
                </a:solidFill>
                <a:latin typeface="Calibri" panose="020F0502020204030204" charset="0"/>
                <a:ea typeface="DejaVu Sans"/>
              </a:rPr>
              <a:t>BPMN</a:t>
            </a:r>
          </a:p>
        </p:txBody>
      </p:sp>
      <p:sp>
        <p:nvSpPr>
          <p:cNvPr id="58372" name="CaixaDeTexto 4"/>
          <p:cNvSpPr txBox="1"/>
          <p:nvPr/>
        </p:nvSpPr>
        <p:spPr>
          <a:xfrm>
            <a:off x="458788" y="1566863"/>
            <a:ext cx="8228012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pt-BR" altLang="pt-BR" sz="2100" b="1">
                <a:latin typeface="Calibri" panose="020F0502020204030204" charset="0"/>
                <a:ea typeface="DejaVu Sans"/>
              </a:rPr>
              <a:t>Ferramentas Indicadas (2)</a:t>
            </a:r>
          </a:p>
        </p:txBody>
      </p:sp>
      <p:pic>
        <p:nvPicPr>
          <p:cNvPr id="58373" name="Imagem 2" descr="Uma imagem contendo Diagrama&#10;&#10;Descrição gerada automaticamente"/>
          <p:cNvPicPr>
            <a:picLocks noChangeAspect="1"/>
          </p:cNvPicPr>
          <p:nvPr/>
        </p:nvPicPr>
        <p:blipFill>
          <a:blip r:embed="rId3"/>
          <a:srcRect t="4073" b="5202"/>
          <a:stretch>
            <a:fillRect/>
          </a:stretch>
        </p:blipFill>
        <p:spPr>
          <a:xfrm>
            <a:off x="1116013" y="2205038"/>
            <a:ext cx="7472362" cy="3813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4" name="CaixaDeTexto 8"/>
          <p:cNvSpPr txBox="1"/>
          <p:nvPr/>
        </p:nvSpPr>
        <p:spPr>
          <a:xfrm>
            <a:off x="5094288" y="1196975"/>
            <a:ext cx="3870325" cy="72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800" b="1">
                <a:solidFill>
                  <a:srgbClr val="FF0000"/>
                </a:solidFill>
                <a:latin typeface="Helvetica" pitchFamily="34" charset="0"/>
                <a:ea typeface="DejaVu Sans"/>
              </a:rPr>
              <a:t>Draw (gratuito)</a:t>
            </a: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pt-BR" altLang="pt-BR" sz="1800" b="1">
                <a:solidFill>
                  <a:srgbClr val="FF0000"/>
                </a:solidFill>
                <a:latin typeface="Helvetica" pitchFamily="34" charset="0"/>
                <a:ea typeface="DejaVu Sans"/>
                <a:hlinkClick r:id="rId4"/>
              </a:rPr>
              <a:t>www.draw.io</a:t>
            </a:r>
            <a:endParaRPr lang="pt-BR" altLang="pt-BR" sz="1800" b="1">
              <a:solidFill>
                <a:srgbClr val="FF0000"/>
              </a:solidFill>
              <a:latin typeface="Helvetica" pitchFamily="34" charset="0"/>
              <a:ea typeface="DejaVu Sans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24305b-3a8f-420f-955e-2e1a5a939de2" xsi:nil="true"/>
    <lcf76f155ced4ddcb4097134ff3c332f xmlns="cab57bc6-0aad-4c80-a30f-bbd4ef7a8f3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0C1ABC62A77F408CCCD3E2FA81569F" ma:contentTypeVersion="10" ma:contentTypeDescription="Crie um novo documento." ma:contentTypeScope="" ma:versionID="0da87684ca19dc3ab62f81621c798eae">
  <xsd:schema xmlns:xsd="http://www.w3.org/2001/XMLSchema" xmlns:xs="http://www.w3.org/2001/XMLSchema" xmlns:p="http://schemas.microsoft.com/office/2006/metadata/properties" xmlns:ns2="cab57bc6-0aad-4c80-a30f-bbd4ef7a8f38" xmlns:ns3="4c24305b-3a8f-420f-955e-2e1a5a939de2" targetNamespace="http://schemas.microsoft.com/office/2006/metadata/properties" ma:root="true" ma:fieldsID="430b8e084987cf5266a655a3acc71cd2" ns2:_="" ns3:_="">
    <xsd:import namespace="cab57bc6-0aad-4c80-a30f-bbd4ef7a8f38"/>
    <xsd:import namespace="4c24305b-3a8f-420f-955e-2e1a5a939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57bc6-0aad-4c80-a30f-bbd4ef7a8f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4305b-3a8f-420f-955e-2e1a5a939d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335cb0-1453-4510-96bd-923a78948247}" ma:internalName="TaxCatchAll" ma:showField="CatchAllData" ma:web="4c24305b-3a8f-420f-955e-2e1a5a939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46422D-62DA-4CFF-9758-6728E6D58BE7}">
  <ds:schemaRefs>
    <ds:schemaRef ds:uri="4c24305b-3a8f-420f-955e-2e1a5a939de2"/>
    <ds:schemaRef ds:uri="cab57bc6-0aad-4c80-a30f-bbd4ef7a8f3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914D2A-1AA5-4350-8D69-F29A92561628}"/>
</file>

<file path=customXml/itemProps3.xml><?xml version="1.0" encoding="utf-8"?>
<ds:datastoreItem xmlns:ds="http://schemas.openxmlformats.org/officeDocument/2006/customXml" ds:itemID="{5EDE970A-CF67-492B-B2FD-805C6CA0BF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(4:3)</PresentationFormat>
  <Slides>16</Slides>
  <Notes>14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administrator</dc:creator>
  <cp:revision>3</cp:revision>
  <dcterms:created xsi:type="dcterms:W3CDTF">2024-11-04T13:20:05Z</dcterms:created>
  <dcterms:modified xsi:type="dcterms:W3CDTF">2025-11-17T10:40:17Z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80EA0B4C676943F28FF105ECB62BEC6E_12</vt:lpwstr>
  </property>
  <property fmtid="{D5CDD505-2E9C-101B-9397-08002B2CF9AE}" pid="3" name="KSOProductBuildVer">
    <vt:lpwstr>1046-12.2.0.18607</vt:lpwstr>
  </property>
  <property fmtid="{D5CDD505-2E9C-101B-9397-08002B2CF9AE}" pid="4" name="ContentTypeId">
    <vt:lpwstr>0x010100500C1ABC62A77F408CCCD3E2FA81569F</vt:lpwstr>
  </property>
  <property fmtid="{D5CDD505-2E9C-101B-9397-08002B2CF9AE}" pid="5" name="MediaServiceImageTags">
    <vt:lpwstr/>
  </property>
</Properties>
</file>